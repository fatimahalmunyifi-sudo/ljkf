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Set up the story: this app holds private data, so it must resist common 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live if you can. Show the payload logging in, then the fixed app rejecting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alert firing on the old build, then the escaped text on the fixed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difference between authentication and authorization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you show the work is verified, not just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lab to the matching flaw you fixed in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strong close. Do not claim the app is now perfectly secure.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Securing PSU-ClinicLab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CYS402 Final Project — Team name / member names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text. Aim for 10–12 minutes.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PSU-ClinicLab does and what is at risk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line: what the app does and who uses 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worth protecting (records, logins, admin)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one sentence on why security matters here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PSU-ClinicLab — Final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Flaw 1 — SQL injection (login bypass)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Attack, cause, fix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what you typed and what happened (screenshot)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input was placed straight into the SQL query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parameterized query (show before/after)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the login test now passes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PSU-ClinicLab — Final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Flaw 2 — Stored cross-site scripting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Attack, cause, fix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the script you stored and where it ran (screenshot)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stored text was rendered as HTML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escape output (remove the unsafe rendering)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the escaping test now passes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PSU-ClinicLab — Final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Flaw 3 — Broken access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Attack, cause, fix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a patient opening the admin page (screenshot)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the page checked login but not role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enforce the admin role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patient now gets 403, admin still gets in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PSU-ClinicLab — Final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proved the fixes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passing pytest output for the core tests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own added test and what it checks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mention any bonus tests you passed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PSU-ClinicLab — Final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PortSwigger labs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 per topic, solved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1: SQL injection allowing login bypass — solved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2: Insecure direct object references — solved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3: one more from your chapter list — solved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'solved' banners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PSU-ClinicLab — Final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improve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residual risk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still not covered (e.g., MFA, rate limiting, logging)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you would do next with more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honest, specific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PSU-ClinicLab — Final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PSU-ClinicLab — Final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2026-08-07T14:41:15Z</dcterms:created>
  <dcterms:modified xsi:type="dcterms:W3CDTF">2026-08-07T14:41:15Z</dcterms:modified>
</cp:coreProperties>
</file>